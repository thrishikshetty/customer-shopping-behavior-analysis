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"/>
      <p:regular r:id="rId201314"/>
    </p:embeddedFont>
    <p:embeddedFont>
      <p:font typeface="Alexandria Bold"/>
      <p:regular r:id="rId201315"/>
    </p:embeddedFont>
    <p:embeddedFont>
      <p:font typeface="Nobile"/>
      <p:regular r:id="rId201316"/>
    </p:embeddedFont>
    <p:embeddedFont>
      <p:font typeface="Nobil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6.png"/><Relationship Id="rId9" Type="http://schemas.openxmlformats.org/officeDocument/2006/relationships/image" Target="../media/image-10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analyzes 3,900 purchases to reveal spending patterns, segments, product preferences, and subscription behavior to inform business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00645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662038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1808559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Scope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115071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3,900 rows · 18 columns: demographics, purchase details, behavior, and shipping.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662038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1808559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115071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Age, Gender, Location, Subscription, Item, Category, Amount, Season, Rating, Shipping.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310607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4571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376364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37 missing values in Review Rating column.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Preparation &amp; Feature Engineering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76798"/>
            <a:ext cx="3986733" cy="495449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Loaded and explored data with pandas (df.info(), .describe()).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missing Review Ratings using category median.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Renamed columns to snake_case for consistency.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Engineered age_group and purchase_frequency_days.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Dropped redundant promo_code_used after checking discount_applied.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Database Integration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672655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cleaned DataFrame to PostgreSQL and loaded tables for SQL-based business analysis and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255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&amp; Spending Insights (SQL)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24124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658" y="1924124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27658" y="2230636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Female: 75,191 · Male: 157,890 (total revenue comparison).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40968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7658" y="2740968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27658" y="3047479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839 customers used discounts yet spent above average purchase amount.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84625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7658" y="3784625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027658" y="4091136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purchase: Standard $58.46 · Express $60.48.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29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55353"/>
            <a:ext cx="2288381" cy="22883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39" y="1874565"/>
            <a:ext cx="587425" cy="5874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99743" y="1874565"/>
            <a:ext cx="1905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899743" y="2237780"/>
            <a:ext cx="19055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 5 by average rating: 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899743" y="2592139"/>
            <a:ext cx="1905521" cy="1332309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Gloves (3.86)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Sandals (3.84)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Boots (3.82)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Hat (3.80),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Skirt (3.78).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444" y="1874565"/>
            <a:ext cx="587425" cy="5874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47049" y="1874565"/>
            <a:ext cx="1905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747049" y="2237780"/>
            <a:ext cx="19055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Highest discount rates: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747049" y="2592139"/>
            <a:ext cx="1905521" cy="1332309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Hat 50%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Sneakers 49.66%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Coat 49.07%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Sweater 48.17%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Pants 47.37%.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80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Segmentation &amp; Loyalty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3188"/>
            <a:ext cx="2649364" cy="2649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3677" y="2157040"/>
            <a:ext cx="5188893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B1B27"/>
                </a:solidFill>
                <a:latin typeface="Alexandria Bold" pitchFamily="34" charset="0"/>
                <a:ea typeface="Alexandria Bold" pitchFamily="34" charset="-122"/>
                <a:cs typeface="Alexandria Bold" pitchFamily="34" charset="-120"/>
              </a:rPr>
              <a:t>Segments based on purchase history: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63677" y="2514302"/>
            <a:ext cx="564609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Analysis checked whether customers with &gt;5 purchases are likelier to subscribe.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6119" y="4014490"/>
            <a:ext cx="2639616" cy="732830"/>
          </a:xfrm>
          <a:prstGeom prst="roundRect">
            <a:avLst>
              <a:gd name="adj" fmla="val 736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9320" y="4147691"/>
            <a:ext cx="2373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Loyal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320" y="4418186"/>
            <a:ext cx="2373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3,116 customers — largest group.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52118" y="4014490"/>
            <a:ext cx="2639690" cy="732830"/>
          </a:xfrm>
          <a:prstGeom prst="roundRect">
            <a:avLst>
              <a:gd name="adj" fmla="val 736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5319" y="4147691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85319" y="4418186"/>
            <a:ext cx="2373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701 customers.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08191" y="4014490"/>
            <a:ext cx="2639690" cy="732830"/>
          </a:xfrm>
          <a:prstGeom prst="roundRect">
            <a:avLst>
              <a:gd name="adj" fmla="val 736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1393" y="4147691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141393" y="4418186"/>
            <a:ext cx="2373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83 customers.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Subscriptions &amp; Revenue Contribution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09911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Subscribers vs Non-subscribers: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229619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935685" y="2344862"/>
            <a:ext cx="4716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Subscribers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35685" y="2708077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1,053 customers · Avg spend $59.49 · Total revenue $62,645.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988" y="3218408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5685" y="3267075"/>
            <a:ext cx="47168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Non-Subscribers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35685" y="3630290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2,847 customers · Avg spend $59.87 · Total revenue $170,436.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Products &amp; Revenue by Age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382069"/>
            <a:ext cx="5177582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 items by orders (examples): Jewelry, Sunglasses, Belt; Clothing: Blouse, Pants, Shirt; Footwear: Sandals, Shoes, Sneakers; Outerwear: Jacket, Coat.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by age group calculated to identify high-value cohorts for targeted marketing.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697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Dashboard &amp; Recommendations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51608"/>
            <a:ext cx="2642369" cy="264236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7398" y="1199257"/>
            <a:ext cx="2530301" cy="12462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71739" y="1346448"/>
            <a:ext cx="21787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3671739" y="1678707"/>
            <a:ext cx="217876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subscriber benefits to increase retention.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2268" y="1199257"/>
            <a:ext cx="2530301" cy="12462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26609" y="1346448"/>
            <a:ext cx="2178769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Customer Loyalty Programs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326609" y="1886396"/>
            <a:ext cx="217876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 move them into the Loyal segment.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7398" y="2570113"/>
            <a:ext cx="2530301" cy="16582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71739" y="2717304"/>
            <a:ext cx="21787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3671739" y="3049563"/>
            <a:ext cx="217876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lift with margin control; target discount-dependent items carefully.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2268" y="2570113"/>
            <a:ext cx="2530301" cy="165824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26609" y="2717304"/>
            <a:ext cx="2178769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Product Positioning &amp; Targeting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326609" y="3257252"/>
            <a:ext cx="217876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 top-rated, best-selling products and target high-revenue age groups and express-shipping users.</a:t>
            </a:r>
            <a:endParaRPr lang="en-US" sz="1000" dirty="0"/>
          </a:p>
        </p:txBody>
      </p:sp>
      <p:sp>
        <p:nvSpPr>
          <p:cNvPr id="16" name="Text 9"/>
          <p:cNvSpPr/>
          <p:nvPr/>
        </p:nvSpPr>
        <p:spPr>
          <a:xfrm>
            <a:off x="3467398" y="4368478"/>
            <a:ext cx="56423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Power BI dashboard built to visualize these insights for stakeholders.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2026-08-16T09:06:01Z</dcterms:created>
  <dcterms:modified xsi:type="dcterms:W3CDTF">2026-08-16T09:06:01Z</dcterms:modified>
</cp:coreProperties>
</file>